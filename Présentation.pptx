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74" r:id="rId7"/>
    <p:sldId id="266" r:id="rId8"/>
    <p:sldId id="263" r:id="rId9"/>
    <p:sldId id="267" r:id="rId10"/>
    <p:sldId id="265" r:id="rId11"/>
    <p:sldId id="268" r:id="rId12"/>
    <p:sldId id="269" r:id="rId13"/>
    <p:sldId id="270" r:id="rId14"/>
    <p:sldId id="271" r:id="rId15"/>
    <p:sldId id="273" r:id="rId16"/>
    <p:sldId id="272" r:id="rId17"/>
    <p:sldId id="261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68"/>
    <p:restoredTop sz="94715"/>
  </p:normalViewPr>
  <p:slideViewPr>
    <p:cSldViewPr snapToGrid="0">
      <p:cViewPr varScale="1">
        <p:scale>
          <a:sx n="150" d="100"/>
          <a:sy n="150" d="100"/>
        </p:scale>
        <p:origin x="176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9AB7B1-31CA-9D62-CCCE-6C839DBBA5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0FED2C1-1851-96A5-FFAA-8893C469AF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08B6236-D165-69C9-53D2-054BCEE4F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F91FE5-B9A5-7CBE-1D4E-E1C8C2F11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720631-9B62-137B-E9F3-7F1AC6224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6607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A6B1E-5EC3-289D-F187-F25EFBFC8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3D12C-026C-0E03-8B64-3C969D131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AF2B7F1-E45F-9D80-5C39-43143D92B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4A5750-92D3-A05D-722E-57C10D57C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57A3B3-CC98-F02F-C08B-264450B7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0897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C9B697-EC02-CCB4-B355-627B964A6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B1781D6-F8BE-CABC-4389-45EB15DA3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D13D1E7-8DD8-DEE6-0419-9F863F72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116B54D-ACBE-DE0C-3BC4-B2EFC7181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B27D844-30DB-4749-EF92-2A41884CC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9032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E691F1-7DC1-F86F-0529-4A98DF425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161498-4293-7FD7-AE5F-F16545340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5F3F2BB-2B72-7DB7-B6BC-D316090F4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599F94-F297-823C-FD29-3DF3242A3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4C3F366-DC16-001E-8E9A-91C4102E1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4FD3BD-0CC2-6E87-9BB3-084F073EE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7648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7FFBEA-D946-BE22-2753-4711A77D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AF72DA-88ED-B33D-10FB-228D11760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EFA6C59-D2E0-6E83-F0D6-24B66D0C5A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73EFD61-6191-20C3-5BFB-994ABEECC7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94D0A1D-308D-61B7-6367-8A91720621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A4EACE4-EE40-074B-0C56-1CF9A3A7F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66753B0-625E-526E-7A74-A48EBCF3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3973340-F37E-6A8F-5E55-0FE20ECCC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4646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ADCD2E-ED7B-2433-BFDD-E5907838C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6ECB8F7-1DDD-8ED9-EABB-FD8F7F792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CB40375-4180-86B8-5D09-502C8687D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1E68B59-F98D-574C-C2FB-5F3F1DC60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3778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BA3E85F-484E-D095-0A62-2FD2F7E0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A2CB311-974C-2B32-8072-5D09842A6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273060-9911-7F3A-C55B-48A4C304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1987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AE7801-E28B-9BF3-494E-591ADC5CC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7E7C0E-983D-A7B9-98AD-30CCFCC87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B6F97B2-366F-C142-D489-3F43DF1B3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284FBE4-C88D-BDD1-29E0-F672E5F8B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CAEA760-319B-4C4D-4F50-1596E9B2C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2286410-1149-BC0E-B7D0-D0C492CE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189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70B1CC-05E3-2299-C5CE-FD788EA4D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44503BA-3C05-3400-3EA5-5699A83A28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EECD7EF-A9EE-6B7A-4560-873DB31A78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561B2F-05FB-46BD-9DC9-C368038CF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098EE5A-8A5F-2565-92FF-BBC711FD3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AC07C4B-6C61-9260-F1FD-1E0C50EB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2335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088C1F-15F2-1511-20DB-667B3F91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F87BF6C-33DD-A35D-E48A-A4451E20E8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616619-7FC6-B45B-7D43-167EDCAA0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459926-154A-0CD0-908C-1F3DD538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D3726B7-F2FA-13D7-C98F-EF6CF7D1B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1380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056749D-666C-0E88-25AB-9C6B33661F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1A2BF32-A442-2D2E-963D-1BD858CD8E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E691FA-8EAE-C6A2-8C21-E1078B66A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BB41C9-5C5B-F13D-AB5B-7871DA4BF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07EE195-25E1-EAD9-6A18-9A2AD2682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5414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AE5E7EE-4B11-B77D-1A03-15CED19B7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C6E3298-B22B-6315-0537-68FC97C48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36AA4E-43E7-789A-2A4A-4C3BC083D7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1D952E-9AEA-B24E-B6B1-F2B5D1DED824}" type="datetimeFigureOut">
              <a:rPr lang="fr-FR" smtClean="0"/>
              <a:t>21/12/2023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5EB88D-2E34-7366-7A97-CA5D769CB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819CE-BEEE-7306-9DF9-252A8B68A1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4B60F-DB63-5F41-86F4-5A0CC13919D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6793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atho.github.io/atelier-Angular17/atelier-angular-17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82A94E-29EA-BC00-0980-B8F51C7F46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fr-FR" dirty="0"/>
            </a:br>
            <a:r>
              <a:rPr lang="fr-FR" b="1" i="0" dirty="0">
                <a:solidFill>
                  <a:srgbClr val="000000"/>
                </a:solidFill>
                <a:effectLst/>
                <a:latin typeface="Source Sans Pro" panose="020F0502020204030204" pitchFamily="34" charset="0"/>
              </a:rPr>
              <a:t>Maîtriser </a:t>
            </a:r>
            <a:r>
              <a:rPr lang="fr-FR" b="1" i="0" dirty="0" err="1">
                <a:solidFill>
                  <a:srgbClr val="000000"/>
                </a:solidFill>
                <a:effectLst/>
                <a:latin typeface="Source Sans Pro" panose="020F0502020204030204" pitchFamily="34" charset="0"/>
              </a:rPr>
              <a:t>Angular</a:t>
            </a:r>
            <a:r>
              <a:rPr lang="fr-FR" b="1" i="0" dirty="0">
                <a:solidFill>
                  <a:srgbClr val="000000"/>
                </a:solidFill>
                <a:effectLst/>
                <a:latin typeface="Source Sans Pro" panose="020F0502020204030204" pitchFamily="34" charset="0"/>
              </a:rPr>
              <a:t> 17: Développement Avancé et Techniques Novatrices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5565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910166-5DED-0F1B-1490-2044D9604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Who am I ?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88F5F2D-B92E-E456-D2E9-F4151689826E}"/>
              </a:ext>
            </a:extLst>
          </p:cNvPr>
          <p:cNvSpPr txBox="1"/>
          <p:nvPr/>
        </p:nvSpPr>
        <p:spPr>
          <a:xfrm>
            <a:off x="416432" y="3790421"/>
            <a:ext cx="475623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{</a:t>
            </a:r>
          </a:p>
          <a:p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name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: 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"Yann-Thomas Le Moigne"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,</a:t>
            </a:r>
          </a:p>
          <a:p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company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: [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"Apside Top"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, 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"SDIS37"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],</a:t>
            </a:r>
          </a:p>
          <a:p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"job"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: [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"Tech Lead"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, 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"SPV"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],</a:t>
            </a:r>
          </a:p>
          <a:p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"location"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: 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"Tours"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,</a:t>
            </a:r>
          </a:p>
          <a:p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github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: 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yatho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,</a:t>
            </a:r>
          </a:p>
          <a:p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linkedIn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: 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"https://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www.linkedin.com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/in/</a:t>
            </a:r>
            <a:r>
              <a:rPr lang="fr-FR" b="0" dirty="0" err="1">
                <a:solidFill>
                  <a:srgbClr val="A5D6FF"/>
                </a:solidFill>
                <a:effectLst/>
                <a:latin typeface="JetBrains Mono"/>
              </a:rPr>
              <a:t>yatho</a:t>
            </a:r>
            <a:r>
              <a:rPr lang="fr-FR" b="0" dirty="0">
                <a:solidFill>
                  <a:srgbClr val="A5D6FF"/>
                </a:solidFill>
                <a:effectLst/>
                <a:latin typeface="JetBrains Mono"/>
              </a:rPr>
              <a:t>"</a:t>
            </a:r>
            <a:endParaRPr lang="fr-FR" b="0" dirty="0">
              <a:solidFill>
                <a:srgbClr val="C9D1D9"/>
              </a:solidFill>
              <a:effectLst/>
              <a:latin typeface="JetBrains Mono"/>
            </a:endParaRPr>
          </a:p>
          <a:p>
            <a:r>
              <a:rPr lang="fr-FR" b="0" dirty="0">
                <a:solidFill>
                  <a:srgbClr val="C9D1D9"/>
                </a:solidFill>
                <a:effectLst/>
                <a:latin typeface="JetBrains Mono"/>
              </a:rPr>
              <a:t>}</a:t>
            </a:r>
          </a:p>
        </p:txBody>
      </p:sp>
      <p:pic>
        <p:nvPicPr>
          <p:cNvPr id="6" name="Image 5" descr="Une image contenant personne, habits, Visage humain, meubles&#10;&#10;Description générée automatiquement">
            <a:extLst>
              <a:ext uri="{FF2B5EF4-FFF2-40B4-BE49-F238E27FC236}">
                <a16:creationId xmlns:a16="http://schemas.microsoft.com/office/drawing/2014/main" id="{33335925-6E87-3CED-BADE-8FA9AC3C0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896" y="701544"/>
            <a:ext cx="1980908" cy="1978288"/>
          </a:xfrm>
          <a:prstGeom prst="rect">
            <a:avLst/>
          </a:prstGeom>
        </p:spPr>
      </p:pic>
      <p:pic>
        <p:nvPicPr>
          <p:cNvPr id="1026" name="Picture 2" descr="@yatho">
            <a:extLst>
              <a:ext uri="{FF2B5EF4-FFF2-40B4-BE49-F238E27FC236}">
                <a16:creationId xmlns:a16="http://schemas.microsoft.com/office/drawing/2014/main" id="{442E2E23-7680-2ED3-662B-845CD962D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00" y="889000"/>
            <a:ext cx="1778896" cy="1778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195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D1F9D-39F5-1946-BBB7-79A8484E3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F37E5F-95D6-2FBF-7AD3-98DE7A4AC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Quelques nouveautés d’Angular 17</a:t>
            </a:r>
          </a:p>
          <a:p>
            <a:r>
              <a:rPr lang="fr-FR"/>
              <a:t>Migrer une application</a:t>
            </a:r>
          </a:p>
          <a:p>
            <a:r>
              <a:rPr lang="fr-FR"/>
              <a:t>Entrons dans les détails</a:t>
            </a:r>
          </a:p>
          <a:p>
            <a:pPr lvl="1"/>
            <a:r>
              <a:rPr lang="fr-FR"/>
              <a:t>Standalone</a:t>
            </a:r>
          </a:p>
          <a:p>
            <a:pPr lvl="1"/>
            <a:r>
              <a:rPr lang="fr-FR"/>
              <a:t>Control flow</a:t>
            </a:r>
          </a:p>
          <a:p>
            <a:pPr lvl="1"/>
            <a:r>
              <a:rPr lang="fr-FR"/>
              <a:t>SSR</a:t>
            </a:r>
          </a:p>
          <a:p>
            <a:pPr lvl="1"/>
            <a:r>
              <a:rPr lang="fr-FR"/>
              <a:t>Typage de formulaires</a:t>
            </a:r>
          </a:p>
          <a:p>
            <a:pPr lvl="1"/>
            <a:r>
              <a:rPr lang="fr-FR"/>
              <a:t>Signals</a:t>
            </a:r>
          </a:p>
          <a:p>
            <a:pPr lvl="1"/>
            <a:r>
              <a:rPr lang="fr-FR"/>
              <a:t>Performances</a:t>
            </a:r>
          </a:p>
          <a:p>
            <a:pPr lvl="1"/>
            <a:r>
              <a:rPr lang="fr-FR"/>
              <a:t>Animations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025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862A13-68C9-4B05-86A2-97E0FC19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What’s</a:t>
            </a:r>
            <a:r>
              <a:rPr lang="fr-FR" dirty="0"/>
              <a:t> new ? </a:t>
            </a:r>
            <a:r>
              <a:rPr lang="fr-FR" dirty="0" err="1"/>
              <a:t>Angular</a:t>
            </a:r>
            <a:r>
              <a:rPr lang="fr-FR" dirty="0"/>
              <a:t> 17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4CD964-D79B-DBBF-9C69-81BF9EBDA9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Logo</a:t>
            </a:r>
          </a:p>
          <a:p>
            <a:r>
              <a:rPr lang="fr-FR" dirty="0"/>
              <a:t>Documentation</a:t>
            </a:r>
          </a:p>
          <a:p>
            <a:r>
              <a:rPr lang="fr-FR" dirty="0" err="1"/>
              <a:t>playground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984D4C2-C1E7-8DC6-6F4C-D934D2FE37F1}"/>
              </a:ext>
            </a:extLst>
          </p:cNvPr>
          <p:cNvSpPr txBox="1"/>
          <p:nvPr/>
        </p:nvSpPr>
        <p:spPr>
          <a:xfrm>
            <a:off x="4198570" y="245623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</a:t>
            </a:r>
            <a:r>
              <a:rPr lang="fr-FR" dirty="0" err="1"/>
              <a:t>angular.dev</a:t>
            </a:r>
            <a:r>
              <a:rPr lang="fr-FR" dirty="0"/>
              <a:t>/</a:t>
            </a:r>
          </a:p>
        </p:txBody>
      </p:sp>
      <p:pic>
        <p:nvPicPr>
          <p:cNvPr id="2050" name="Picture 2" descr="@angular">
            <a:extLst>
              <a:ext uri="{FF2B5EF4-FFF2-40B4-BE49-F238E27FC236}">
                <a16:creationId xmlns:a16="http://schemas.microsoft.com/office/drawing/2014/main" id="{29FE591C-4A6B-7A98-9C12-6A6CC8401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1381" y="1291251"/>
            <a:ext cx="940743" cy="94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FEE4E4D-D623-B4D4-262E-CE21F4DC6F60}"/>
              </a:ext>
            </a:extLst>
          </p:cNvPr>
          <p:cNvSpPr txBox="1"/>
          <p:nvPr/>
        </p:nvSpPr>
        <p:spPr>
          <a:xfrm>
            <a:off x="4198570" y="211133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</a:t>
            </a:r>
            <a:r>
              <a:rPr lang="fr-FR" dirty="0" err="1"/>
              <a:t>angular.io</a:t>
            </a:r>
            <a:r>
              <a:rPr lang="fr-FR" dirty="0"/>
              <a:t>/</a:t>
            </a:r>
          </a:p>
        </p:txBody>
      </p:sp>
      <p:pic>
        <p:nvPicPr>
          <p:cNvPr id="2052" name="Picture 4" descr="Angular - PRESS KIT">
            <a:extLst>
              <a:ext uri="{FF2B5EF4-FFF2-40B4-BE49-F238E27FC236}">
                <a16:creationId xmlns:a16="http://schemas.microsoft.com/office/drawing/2014/main" id="{D82DC395-BEF7-28B1-6F41-11ABA44F8A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910" y="1148763"/>
            <a:ext cx="1147233" cy="1147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1212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A1B67A-452E-9A90-9DF6-56557710B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Esbuild</a:t>
            </a:r>
            <a:r>
              <a:rPr lang="fr-FR" dirty="0"/>
              <a:t> et Vite (</a:t>
            </a:r>
            <a:r>
              <a:rPr lang="fr-FR" dirty="0" err="1"/>
              <a:t>Jest</a:t>
            </a:r>
            <a:r>
              <a:rPr lang="fr-FR" dirty="0"/>
              <a:t>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99837B-8B11-4C93-8EF5-1A76CBAB0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208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EAED14-4338-6448-67C8-2D72557AC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Avant de commencer la migration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A34C2C-7981-3531-B480-EB1F9D933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Transform</a:t>
            </a:r>
            <a:r>
              <a:rPr lang="fr-FR" dirty="0"/>
              <a:t>, </a:t>
            </a:r>
            <a:r>
              <a:rPr lang="fr-FR" dirty="0" err="1"/>
              <a:t>required</a:t>
            </a:r>
            <a:r>
              <a:rPr lang="fr-FR" dirty="0"/>
              <a:t> … input</a:t>
            </a:r>
          </a:p>
          <a:p>
            <a:r>
              <a:rPr lang="fr-FR" dirty="0" err="1"/>
              <a:t>inputBinding</a:t>
            </a:r>
            <a:endParaRPr lang="fr-FR" dirty="0"/>
          </a:p>
          <a:p>
            <a:r>
              <a:rPr lang="fr-FR" dirty="0"/>
              <a:t>Community </a:t>
            </a:r>
            <a:r>
              <a:rPr lang="fr-FR" dirty="0" err="1"/>
              <a:t>schematics</a:t>
            </a:r>
            <a:r>
              <a:rPr lang="fr-FR" dirty="0"/>
              <a:t> (</a:t>
            </a:r>
            <a:r>
              <a:rPr lang="fr-FR" b="0" i="0" dirty="0">
                <a:solidFill>
                  <a:srgbClr val="242424"/>
                </a:solidFill>
                <a:effectLst/>
                <a:latin typeface="source-code-pro"/>
              </a:rPr>
              <a:t>@</a:t>
            </a:r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schematics</a:t>
            </a:r>
            <a:r>
              <a:rPr lang="fr-FR" b="0" i="0" dirty="0">
                <a:solidFill>
                  <a:srgbClr val="242424"/>
                </a:solidFill>
                <a:effectLst/>
                <a:latin typeface="source-code-pro"/>
              </a:rPr>
              <a:t>/</a:t>
            </a:r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angular</a:t>
            </a:r>
            <a:r>
              <a:rPr lang="fr-FR" b="0" i="0" dirty="0">
                <a:solidFill>
                  <a:srgbClr val="242424"/>
                </a:solidFill>
                <a:effectLst/>
                <a:latin typeface="source-code-pro"/>
              </a:rPr>
              <a:t>/utility)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5707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56DE5C-335E-EC14-573B-13503851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Migrer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8FE118-C87D-7BBB-73D2-60F35132C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Tout commence par une application (</a:t>
            </a:r>
            <a:r>
              <a:rPr lang="fr-FR" b="0" u="sng" dirty="0">
                <a:solidFill>
                  <a:schemeClr val="accent1">
                    <a:lumMod val="75000"/>
                  </a:schemeClr>
                </a:solidFill>
                <a:effectLst/>
                <a:latin typeface="JetBrains Mono"/>
                <a:hlinkClick r:id="rId2"/>
              </a:rPr>
              <a:t>https://yatho.github.io/atelier-Angular17/atelier-angular-17/</a:t>
            </a:r>
            <a:r>
              <a:rPr lang="fr-FR" dirty="0"/>
              <a:t>) + Présentation de l’application</a:t>
            </a:r>
          </a:p>
          <a:p>
            <a:r>
              <a:rPr lang="fr-FR" dirty="0" err="1"/>
              <a:t>Ng</a:t>
            </a:r>
            <a:r>
              <a:rPr lang="fr-FR" dirty="0"/>
              <a:t> update</a:t>
            </a:r>
          </a:p>
        </p:txBody>
      </p:sp>
    </p:spTree>
    <p:extLst>
      <p:ext uri="{BB962C8B-B14F-4D97-AF65-F5344CB8AC3E}">
        <p14:creationId xmlns:p14="http://schemas.microsoft.com/office/powerpoint/2010/main" val="2718018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377CB9-21BF-3146-5458-42860972B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Standalone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2C9F15-285F-BFEA-DA57-4CFDB9FFD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8790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1DE2C5-8128-8316-7F8A-7B510689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Control flow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F3B90AE-7CF1-22AA-AB10-F89CE4FCA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1485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364583-5CBD-6AF3-6650-0CAA60A2B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SSR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E8D6A0-0F53-FAB3-505E-C21660727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Hydration</a:t>
            </a:r>
            <a:endParaRPr lang="fr-FR" dirty="0"/>
          </a:p>
          <a:p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ng</a:t>
            </a:r>
            <a:r>
              <a:rPr lang="fr-FR" b="0" i="0" dirty="0">
                <a:solidFill>
                  <a:srgbClr val="242424"/>
                </a:solidFill>
                <a:effectLst/>
                <a:latin typeface="source-code-pro"/>
              </a:rPr>
              <a:t> </a:t>
            </a:r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add</a:t>
            </a:r>
            <a:r>
              <a:rPr lang="fr-FR" b="0" i="0" dirty="0">
                <a:solidFill>
                  <a:srgbClr val="242424"/>
                </a:solidFill>
                <a:effectLst/>
                <a:latin typeface="source-code-pro"/>
              </a:rPr>
              <a:t> @</a:t>
            </a:r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angular</a:t>
            </a:r>
            <a:r>
              <a:rPr lang="fr-FR" b="0" i="0" dirty="0">
                <a:solidFill>
                  <a:srgbClr val="242424"/>
                </a:solidFill>
                <a:effectLst/>
                <a:latin typeface="source-code-pro"/>
              </a:rPr>
              <a:t>/</a:t>
            </a:r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ssr</a:t>
            </a:r>
            <a:endParaRPr lang="fr-FR" b="0" i="0" dirty="0">
              <a:solidFill>
                <a:srgbClr val="242424"/>
              </a:solidFill>
              <a:effectLst/>
              <a:latin typeface="source-code-pro"/>
            </a:endParaRPr>
          </a:p>
          <a:p>
            <a:r>
              <a:rPr lang="fr-FR" dirty="0">
                <a:solidFill>
                  <a:srgbClr val="242424"/>
                </a:solidFill>
                <a:latin typeface="source-code-pro"/>
              </a:rPr>
              <a:t>Nouvelles fonction dans le cycle de vie</a:t>
            </a:r>
          </a:p>
          <a:p>
            <a:pPr lvl="1"/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afterRender</a:t>
            </a:r>
            <a:endParaRPr lang="fr-FR" b="0" i="0" dirty="0">
              <a:solidFill>
                <a:srgbClr val="242424"/>
              </a:solidFill>
              <a:effectLst/>
              <a:latin typeface="source-code-pro"/>
            </a:endParaRPr>
          </a:p>
          <a:p>
            <a:pPr lvl="1"/>
            <a:r>
              <a:rPr lang="fr-FR" b="0" i="0" dirty="0" err="1">
                <a:solidFill>
                  <a:srgbClr val="242424"/>
                </a:solidFill>
                <a:effectLst/>
                <a:latin typeface="source-code-pro"/>
              </a:rPr>
              <a:t>afterNextRender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96019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6CB08F-1FB3-7DDA-DF87-5BA121DE7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Typage des formulaires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9BC8C6-D2CB-4218-C3A9-8396CDC3F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1905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80D549-2781-3DE0-6CAC-35026AC3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Signals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DFC92B-939B-79A8-F857-C180111E4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5868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12B9BE-5A37-168F-1D3B-8E1E83F7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7E06CB7-1036-4544-8C79-CCAFC9632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Balise image</a:t>
            </a:r>
          </a:p>
          <a:p>
            <a:r>
              <a:rPr lang="fr-FR" dirty="0"/>
              <a:t>@</a:t>
            </a:r>
            <a:r>
              <a:rPr lang="fr-FR" dirty="0" err="1"/>
              <a:t>defer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27538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ABBEA4-C3B6-DE3B-0C9A-85C738DCC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Animations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B30D71-FF35-FD97-BF04-26FB82786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7330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5B30E1-14C7-CC06-8626-BDA2FCC8C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9A576C-EDAE-03FA-C8DF-3BC1F96A2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443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6D55BA-4ACF-870F-FBCC-7671E45D4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Merci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D147D6-4438-EDA6-1F8D-2E52F505A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60775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5FD0D3-7D7A-FD91-812E-C563DF3D8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7972"/>
            <a:ext cx="10515600" cy="5188991"/>
          </a:xfrm>
        </p:spPr>
        <p:txBody>
          <a:bodyPr>
            <a:normAutofit fontScale="92500" lnSpcReduction="20000"/>
          </a:bodyPr>
          <a:lstStyle/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Introduction à 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Angular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(Nouveau logo, documentation ...)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Configuration des postes avec 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node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nvm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ou docker ...)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Génération d'un nouveau projet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Exercices autour des thèmes: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SSR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Signals</a:t>
            </a:r>
            <a:endParaRPr lang="fr-FR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Control Flow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EsBuild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/ </a:t>
            </a: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Jest</a:t>
            </a:r>
            <a:endParaRPr lang="fr-FR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Animations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Parler de la migration de projet vers la version 17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ng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update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schematics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control flow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fr-FR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schematics</a:t>
            </a: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standalone</a:t>
            </a:r>
          </a:p>
          <a:p>
            <a:pPr algn="l">
              <a:buFont typeface="+mj-lt"/>
              <a:buAutoNum type="arabicPeriod"/>
            </a:pPr>
            <a:r>
              <a:rPr lang="fr-FR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Conclusion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361067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252</Words>
  <Application>Microsoft Macintosh PowerPoint</Application>
  <PresentationFormat>Grand écran</PresentationFormat>
  <Paragraphs>65</Paragraphs>
  <Slides>17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JetBrains Mono</vt:lpstr>
      <vt:lpstr>Source Sans Pro</vt:lpstr>
      <vt:lpstr>source-code-pro</vt:lpstr>
      <vt:lpstr>Thème Office</vt:lpstr>
      <vt:lpstr> Maîtriser Angular 17: Développement Avancé et Techniques Novatrices</vt:lpstr>
      <vt:lpstr>Who am I ?</vt:lpstr>
      <vt:lpstr>Sommaire</vt:lpstr>
      <vt:lpstr>What’s new ? Angular 17</vt:lpstr>
      <vt:lpstr>Esbuild et Vite (Jest)</vt:lpstr>
      <vt:lpstr>Avant de commencer la migration</vt:lpstr>
      <vt:lpstr>Migrer ?</vt:lpstr>
      <vt:lpstr>Standalone</vt:lpstr>
      <vt:lpstr>Control flow</vt:lpstr>
      <vt:lpstr>SSR</vt:lpstr>
      <vt:lpstr>Typage des formulaires</vt:lpstr>
      <vt:lpstr>Signals</vt:lpstr>
      <vt:lpstr>Performances</vt:lpstr>
      <vt:lpstr>Animations</vt:lpstr>
      <vt:lpstr>Conclusion</vt:lpstr>
      <vt:lpstr>Merci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Maîtriser Angular 17: Développement Avancé et Techniques Novatrices</dc:title>
  <dc:creator>Yann-Thomas LE MOIGNE</dc:creator>
  <cp:lastModifiedBy>Yann-Thomas LE MOIGNE</cp:lastModifiedBy>
  <cp:revision>16</cp:revision>
  <dcterms:created xsi:type="dcterms:W3CDTF">2023-12-08T11:23:38Z</dcterms:created>
  <dcterms:modified xsi:type="dcterms:W3CDTF">2023-12-21T16:41:59Z</dcterms:modified>
</cp:coreProperties>
</file>