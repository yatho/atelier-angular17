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9AB7B1-31CA-9D62-CCCE-6C839DBBA5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FED2C1-1851-96A5-FFAA-8893C469A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8B6236-D165-69C9-53D2-054BCEE4F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F91FE5-B9A5-7CBE-1D4E-E1C8C2F11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720631-9B62-137B-E9F3-7F1AC6224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6607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7A6B1E-5EC3-289D-F187-F25EFBFC8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3D12C-026C-0E03-8B64-3C969D131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F2B7F1-E45F-9D80-5C39-43143D92B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A4A5750-92D3-A05D-722E-57C10D57C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57A3B3-CC98-F02F-C08B-264450B7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0897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C9B697-EC02-CCB4-B355-627B964A6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B1781D6-F8BE-CABC-4389-45EB15DA3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13D1E7-8DD8-DEE6-0419-9F863F72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16B54D-ACBE-DE0C-3BC4-B2EFC718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27D844-30DB-4749-EF92-2A41884CC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9032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E691F1-7DC1-F86F-0529-4A98DF425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161498-4293-7FD7-AE5F-F16545340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5F3F2BB-2B72-7DB7-B6BC-D316090F4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599F94-F297-823C-FD29-3DF3242A3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4C3F366-DC16-001E-8E9A-91C4102E1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4FD3BD-0CC2-6E87-9BB3-084F073EE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7648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7FFBEA-D946-BE22-2753-4711A77D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AF72DA-88ED-B33D-10FB-228D11760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EFA6C59-D2E0-6E83-F0D6-24B66D0C5A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73EFD61-6191-20C3-5BFB-994ABEECC7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94D0A1D-308D-61B7-6367-8A91720621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A4EACE4-EE40-074B-0C56-1CF9A3A7F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66753B0-625E-526E-7A74-A48EBCF3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3973340-F37E-6A8F-5E55-0FE20ECCC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4646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ADCD2E-ED7B-2433-BFDD-E5907838C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6ECB8F7-1DDD-8ED9-EABB-FD8F7F792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CB40375-4180-86B8-5D09-502C8687D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1E68B59-F98D-574C-C2FB-5F3F1DC60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3778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BA3E85F-484E-D095-0A62-2FD2F7E0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A2CB311-974C-2B32-8072-5D09842A6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E273060-9911-7F3A-C55B-48A4C3042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1987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AE7801-E28B-9BF3-494E-591ADC5CC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7E7C0E-983D-A7B9-98AD-30CCFCC87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B6F97B2-366F-C142-D489-3F43DF1B3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84FBE4-C88D-BDD1-29E0-F672E5F8B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CAEA760-319B-4C4D-4F50-1596E9B2C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2286410-1149-BC0E-B7D0-D0C492CE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189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70B1CC-05E3-2299-C5CE-FD788EA4D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44503BA-3C05-3400-3EA5-5699A83A28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EECD7EF-A9EE-6B7A-4560-873DB31A7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561B2F-05FB-46BD-9DC9-C368038CF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098EE5A-8A5F-2565-92FF-BBC711FD3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AC07C4B-6C61-9260-F1FD-1E0C50EBD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2335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088C1F-15F2-1511-20DB-667B3F91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F87BF6C-33DD-A35D-E48A-A4451E20E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616619-7FC6-B45B-7D43-167EDCAA0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459926-154A-0CD0-908C-1F3DD538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D3726B7-F2FA-13D7-C98F-EF6CF7D1B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1380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056749D-666C-0E88-25AB-9C6B33661F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1A2BF32-A442-2D2E-963D-1BD858CD8E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E691FA-8EAE-C6A2-8C21-E1078B66A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BB41C9-5C5B-F13D-AB5B-7871DA4BF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7EE195-25E1-EAD9-6A18-9A2AD2682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5414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AE5E7EE-4B11-B77D-1A03-15CED19B7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C6E3298-B22B-6315-0537-68FC97C48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36AA4E-43E7-789A-2A4A-4C3BC083D7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1D952E-9AEA-B24E-B6B1-F2B5D1DED824}" type="datetimeFigureOut">
              <a:rPr lang="fr-FR" smtClean="0"/>
              <a:t>08/12/2023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15EB88D-2E34-7366-7A97-CA5D769CB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819CE-BEEE-7306-9DF9-252A8B68A1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793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82A94E-29EA-BC00-0980-B8F51C7F46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fr-FR" dirty="0"/>
            </a:br>
            <a:r>
              <a:rPr lang="fr-FR" b="1" i="0" dirty="0">
                <a:solidFill>
                  <a:srgbClr val="000000"/>
                </a:solidFill>
                <a:effectLst/>
                <a:latin typeface="Source Sans Pro" panose="020F0502020204030204" pitchFamily="34" charset="0"/>
              </a:rPr>
              <a:t>Maîtriser </a:t>
            </a:r>
            <a:r>
              <a:rPr lang="fr-FR" b="1" i="0" dirty="0" err="1">
                <a:solidFill>
                  <a:srgbClr val="000000"/>
                </a:solidFill>
                <a:effectLst/>
                <a:latin typeface="Source Sans Pro" panose="020F0502020204030204" pitchFamily="34" charset="0"/>
              </a:rPr>
              <a:t>Angular</a:t>
            </a:r>
            <a:r>
              <a:rPr lang="fr-FR" b="1" i="0" dirty="0">
                <a:solidFill>
                  <a:srgbClr val="000000"/>
                </a:solidFill>
                <a:effectLst/>
                <a:latin typeface="Source Sans Pro" panose="020F0502020204030204" pitchFamily="34" charset="0"/>
              </a:rPr>
              <a:t> 17: Développement Avancé et Techniques Novatrices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55656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910166-5DED-0F1B-1490-2044D9604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Who</a:t>
            </a:r>
            <a:r>
              <a:rPr lang="fr-FR" dirty="0"/>
              <a:t> </a:t>
            </a:r>
            <a:r>
              <a:rPr lang="fr-FR" dirty="0" err="1"/>
              <a:t>am</a:t>
            </a:r>
            <a:r>
              <a:rPr lang="fr-FR" dirty="0"/>
              <a:t> I</a:t>
            </a:r>
          </a:p>
        </p:txBody>
      </p:sp>
    </p:spTree>
    <p:extLst>
      <p:ext uri="{BB962C8B-B14F-4D97-AF65-F5344CB8AC3E}">
        <p14:creationId xmlns:p14="http://schemas.microsoft.com/office/powerpoint/2010/main" val="246195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D1F9D-39F5-1946-BBB7-79A8484E3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F37E5F-95D6-2FBF-7AD3-98DE7A4AC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025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862A13-68C9-4B05-86A2-97E0FC19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What’s</a:t>
            </a:r>
            <a:r>
              <a:rPr lang="fr-FR" dirty="0"/>
              <a:t> new ? </a:t>
            </a:r>
            <a:r>
              <a:rPr lang="fr-FR" dirty="0" err="1"/>
              <a:t>Angular</a:t>
            </a:r>
            <a:r>
              <a:rPr lang="fr-FR" dirty="0"/>
              <a:t> 17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4CD964-D79B-DBBF-9C69-81BF9EBDA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1212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B1F34F-0F61-A096-BC5D-85C86613A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Workshop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359F2B-4F38-D343-2574-CA1CE98DD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Mettre le lien du </a:t>
            </a:r>
            <a:r>
              <a:rPr lang="fr-FR" dirty="0" err="1"/>
              <a:t>claat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91082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5FD0D3-7D7A-FD91-812E-C563DF3D8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7972"/>
            <a:ext cx="10515600" cy="5188991"/>
          </a:xfrm>
        </p:spPr>
        <p:txBody>
          <a:bodyPr>
            <a:normAutofit fontScale="92500" lnSpcReduction="20000"/>
          </a:bodyPr>
          <a:lstStyle/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Introduction à 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Angular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(Nouveau logo, documentation ...)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Configuration des postes avec 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node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nvm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ou docker ...)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Génération d'un nouveau projet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Exercices autour des thèmes: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SSR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Signals</a:t>
            </a:r>
            <a:endParaRPr lang="fr-FR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Control Flow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EsBuild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/ 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Jest</a:t>
            </a:r>
            <a:endParaRPr lang="fr-FR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Animations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Parler de la migration de projet vers la version 17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ng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update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schematics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control flow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schematics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standalone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Conclusion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361067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79</Words>
  <Application>Microsoft Macintosh PowerPoint</Application>
  <PresentationFormat>Grand écran</PresentationFormat>
  <Paragraphs>20</Paragraphs>
  <Slides>6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Source Sans Pro</vt:lpstr>
      <vt:lpstr>Thème Office</vt:lpstr>
      <vt:lpstr> Maîtriser Angular 17: Développement Avancé et Techniques Novatrices</vt:lpstr>
      <vt:lpstr>Who am I</vt:lpstr>
      <vt:lpstr>Sommaire</vt:lpstr>
      <vt:lpstr>What’s new ? Angular 17</vt:lpstr>
      <vt:lpstr>Workshop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Maîtriser Angular 17: Développement Avancé et Techniques Novatrices</dc:title>
  <dc:creator>Yann-Thomas LE MOIGNE</dc:creator>
  <cp:lastModifiedBy>Yann-Thomas LE MOIGNE</cp:lastModifiedBy>
  <cp:revision>1</cp:revision>
  <dcterms:created xsi:type="dcterms:W3CDTF">2023-12-08T11:23:38Z</dcterms:created>
  <dcterms:modified xsi:type="dcterms:W3CDTF">2023-12-08T11:26:23Z</dcterms:modified>
</cp:coreProperties>
</file>